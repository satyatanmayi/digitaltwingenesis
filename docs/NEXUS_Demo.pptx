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201168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E8ECF2"/>
                </a:solidFill>
                <a:latin typeface="Segoe UI"/>
              </a:rPr>
              <a:t>DEMO RUN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7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F5A524"/>
                </a:solidFill>
                <a:latin typeface="Segoe UI"/>
              </a:rPr>
              <a:t>Read this. Do not improvise.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062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4A6"/>
                </a:solidFill>
                <a:latin typeface="Segoe UI"/>
              </a:rPr>
              <a:t>Amber = what to click.   White quotes = what to say.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4A6"/>
                </a:solidFill>
                <a:latin typeface="Segoe UI"/>
              </a:rPr>
              <a:t>The clock in the corner is when that block 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60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TEAM NEXUS   ·   BEFORE YOU START: run run.bat, open both windows side by 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0:00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Point at both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Nothing to click. Just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"Two screens, two jobs.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Left is THE STREET — the digital twin. Four junctions, real traffic engineering numbers. Five vehicle types, because Indian traffic is not all cars.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Right is THE CONTROL ROOM — what an operator sees. It has ZERO physics in it. Everything it knows arrives as a message."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4C9AFF"/>
                </a:solidFill>
                <a:latin typeface="Consolas"/>
              </a:rPr>
              <a:t>EARNS:  UI/UX &amp; USER EXPERIENCE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0:45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The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Still nothing to click.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"In India most families do not wait for an ambulance. They drive. That happened in my family, with my grandmother.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The car was not slow. The time was lost standing still, at one red light after another.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It hit a wall that was not technical. It was trust. Give one vehicle a green and somebody else pays for it — and no traffic department will discuss it until you can say what it costs.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Nobody could answer that. So I built the place to try it."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ECC71"/>
                </a:solidFill>
                <a:latin typeface="Consolas"/>
              </a:rPr>
              <a:t>EARNS:  REMARKS / PROBLEM-SOLUTION 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1:30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Change a timing. Prove it is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PLAN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Point at the SEED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N–S GREEN -&gt; 30      E–W GREEN -&gt;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TEST THIS PLAN — 100s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SUGGEST A PLAN (WEBSTER 1958)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TEST THIS PLAN — 100s  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"Every test replays identical traffic. Same seed. So the difference is the plan, not luck.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That second one is Webster's minimum-delay cycle, from 1958 — what most Indian junctions actually run.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Most dashboards tell you what IS happening. This one tells you what WOULD happen if you changed something, and what it would cost."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EARNS:  FUNCTIONALITY &amp; COMPLETENESS   ←   NEVER CUT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3:00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The bad day — one system, two screens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OPERATE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ACCIDENT   (point at the red 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FLOOD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NOW TURN TO THE CONTROL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"A collision at J2 — that approach cannot discharge. And a flooded road: heavy vehicles barred by weight restriction.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The operator's screen did not need telling. THE NETWORK IS DEGRADED, two conditions — and it says what each one MEANS, not just what it is.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That is the difference between a dashboard and a control room."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EARNS:  FUNCTIONALITY &amp; COMPLETENESS  +  UI/UX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4:30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Two ambulances — decide, then veto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ALL CLEAR   then   TWO AMBULANCES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Point at the two white ambulances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TURN TO CONTROL ROOM (countdown)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Click DO NOT PROCEED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49039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Fire TWO AMBULANCES again — let it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Watch a tag flip HELD -&gt;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"Two ambulances, one junction, from adjacent sides. Only one phase can be green. There is no version where nobody waits.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It shows its work in two columns, deliberately not merged. THE CASE — severity, people on board. THE NETWORK — what the trained model values that junction at. The model is a modest adjustment, not an equal term. I will not let it outvote a critical patient.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Default is to ACT. A system that waits for a human to click before an ambulance gets a green has moved the delay, not removed it."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5484D"/>
                </a:solidFill>
                <a:latin typeface="Consolas"/>
              </a:rPr>
              <a:t>EARNS:  TECHNICAL EXECUTION  +  UI/UX   ←   YOUR CENTREPIECE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6:30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The model, and the model that checks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MODEL tab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TRAINED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LLM AGENT   (point at the three layers)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"Reinforcement learning, trained against THIS simulator running headless — same physics, no second implementation to drift.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Fixed plan 36.9s.   Max-Pressure 33.5s.   This model 32.6s.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And the part that did NOT work: a standard DQN never beat the fixed plan. Monte-Carlo returns did.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One model proposes an action and a reason. A SECOND call reviews it and can overrule it. Under both, a local rule whenever the API is down — and the screen says which layer decided."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4C9AFF"/>
                </a:solidFill>
                <a:latin typeface="Consolas"/>
              </a:rPr>
              <a:t>EARNS:  TECHNICAL EXECUTION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7:30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Quantum-ready, and a real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SOLVE THE NETWORK AS A QUBO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(cut this slide first if behind)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"Every controller so far decides one junction at a time. This decides all four at once, written as a QUBO — the exact form a quantum annealer takes as input.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Solved here CLASSICALLY, on this laptop. Nothing about it is quantum. But four junctions is only 256 states, so I brute-forced the optimum and checked the annealer found it. It did. 256 states here — 2^100 for fifty junctions. That is why the formulation matters.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Then re-run in SUMO on 1.71 km of real Vijayawada, 19 junctions: ambulance 369s to 177s, waiting 160s to zero, everyone else 1.5% BETTER."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ECC71"/>
                </a:solidFill>
                <a:latin typeface="Consolas"/>
              </a:rPr>
              <a:t>EARNS:  FEASIBILITY &amp;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8:30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Click 3D in the top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Orbit once with the mouse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Click back to 2D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"Same simulation, two views. Nothing in the physics knows which one you are looking at — only the renderer draws. That is why the 3D view was an afternoon and touched no traffic code.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2D is the one you make decisions in. 3D is the one you show a mayor."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4C9AFF"/>
                </a:solidFill>
                <a:latin typeface="Consolas"/>
              </a:rPr>
              <a:t>EARNS:  UI/UX &amp; USER EXPERIENCE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778240" y="32004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4400" b="1" i="0">
                <a:solidFill>
                  <a:srgbClr val="F5A524"/>
                </a:solidFill>
                <a:latin typeface="Consolas"/>
              </a:rPr>
              <a:t>9:00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863840" cy="45720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114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E8ECF2"/>
                </a:solidFill>
                <a:latin typeface="Segoe UI"/>
              </a:rPr>
              <a:t>Close — say it before they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5A524"/>
                </a:solidFill>
                <a:latin typeface="Consolas"/>
              </a:rPr>
              <a:t>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F5A524"/>
                </a:solidFill>
                <a:latin typeface="Consolas"/>
              </a:rPr>
              <a:t>›  Nothing to click.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08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8A94A6"/>
                </a:solidFill>
                <a:latin typeface="Consolas"/>
              </a:rPr>
              <a:t>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74519"/>
            <a:ext cx="5532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"Adaptive signal control is not new and I will not pretend it is. Bengaluru runs B-ATCS on ~165 junctions, ~33% at Hudson Circle. Pittsburgh's Surtrac reports 25.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So my contribution is narrower: you can PREVIEW a change before deploying it, every decision states its REASON in numbers you can check, and priority has a PUBLISHED PRICE.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One thing I did not expect: OpenStreetMap tags exactly TWO traffic signals across 516 km of Vijayawada road.</a:t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400" b="0" i="0">
                <a:solidFill>
                  <a:srgbClr val="E8ECF2"/>
                </a:solidFill>
                <a:latin typeface="Segoe UI"/>
              </a:rPr>
              <a:t>Before a city changes a signal, it should be able to try the change and see who pays for it. Ask me anything — including what does not work."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5332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ECC71"/>
                </a:solidFill>
                <a:latin typeface="Consolas"/>
              </a:rPr>
              <a:t>EARNS:  REMARKS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377440"/>
            <a:ext cx="201168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E8ECF2"/>
                </a:solidFill>
                <a:latin typeface="Segoe UI"/>
              </a:rPr>
              <a:t>WHAT IT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8A94A6"/>
                </a:solidFill>
                <a:latin typeface="Segoe UI"/>
              </a:rPr>
              <a:t>The same run, photographed. If a judge missed a click, this is what happened.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street, running normally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street-no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Four junctions, five vehicle types, live delay and queue counts in the HUD. Every number here is measured from vehicle state, not estimated.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Change the timing — and find out if you were right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street-two-plans-tes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Two plans tested on IDENTICAL traffic (same seed). The results table keeps both and marks the better one. This is the deliverable: a planner can try a change before it goes on a real road.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bad day: a collision and a flooded road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street-bad-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The red X marks the approach that cannot discharge — watch the queue build backwards into it. The blue band is the flooded road: speeds drop and heavy vehicles are barred.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control room noticed by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-room-degr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91718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THE NETWORK IS DEGRADED. Each condition says what it MEANS for the operator, not just what it is — a priority corridor down a flooded road will not run at the speed the estimate assumes.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Two ambulances, one junction, adjacent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-street-two-ambula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Both are real vehicles from the moment the calls come in, arriving within a second of each other. Only one phase can be green.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system decided, showed its work, and can be stopped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-room-plan-and-v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917184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THE CASE (severity, people on board) and THE NETWORK (what the trained model values that junction at) are kept in separate columns. It runs on its own in 8 seconds — the operator vetoes, rather than decides.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One served, one held — and the price is on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street-corridor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The corridor is running. COST OF PRIORITY shows seconds saved for the ambulance AND vehicle-seconds paid by everybody else. No deployed system publishes that second number.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trained model, the language-model stack, and the QUBO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-street-model-and-qu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Held-out benchmark against two baselines, the three-layer model stack with its fallback, and the whole network solved as a QUBO — classically, and checked against brute force.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E8ECF2"/>
                </a:solidFill>
                <a:latin typeface="Segoe UI"/>
              </a:rPr>
              <a:t>The same simulation, in 3D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24128"/>
            <a:ext cx="146304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-street-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934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235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8A94A6"/>
                </a:solidFill>
                <a:latin typeface="Segoe UI"/>
              </a:rPr>
              <a:t>Same state, different renderer. Ambulances carry PRIORITY or HELD tags, blocked approaches show as red bars, flooded roads are tinted. Nothing below the renderer changed to make this exist.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103120"/>
            <a:ext cx="2011680" cy="45720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8ECF2"/>
                </a:solidFill>
                <a:latin typeface="Segoe UI"/>
              </a:rPr>
              <a:t>Before a city changes a signal,</a:t>
            </a:r>
          </a:p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8ECF2"/>
                </a:solidFill>
                <a:latin typeface="Segoe UI"/>
              </a:rPr>
              <a:t>it should be able to try the change</a:t>
            </a:r>
          </a:p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8ECF2"/>
                </a:solidFill>
                <a:latin typeface="Segoe UI"/>
              </a:rPr>
              <a:t>and see who pays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9377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A524"/>
                </a:solidFill>
                <a:latin typeface="Segoe UI"/>
              </a:rPr>
              <a:t>Ask me anything — including what does not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